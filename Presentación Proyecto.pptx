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3F68F1-5789-0ECF-2228-762F7929BA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F625571-00D0-6AC1-8B42-562316DFF5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C57596A-E593-E81F-7195-70DDDE8EE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31BCEAF-C0C8-75F5-5521-CD5B08A70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EE11205-EF09-9AD3-3E15-9B757A4FF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92451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5E5B8F-2D58-D34C-1091-4E1CBEDAF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66D7AA4-981F-F582-F378-D743516D78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7000C03-39D4-A2C1-BD93-3A1E27912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64F9671-21B7-17F0-FC23-ADE509DFE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1E0935F-FF89-36CD-131D-D440D6627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83154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DE1DD6-BE00-7CBF-BF08-3B35D9718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B5AA5CA-A763-4F15-2202-869EE8AF81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22A214-9166-73BE-D0F3-12B89A5904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F03B563-AB34-43A9-6B4F-C80C1B07E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64DE63D-CB13-3A81-666E-506109513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6397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552209-42A8-0B53-6776-20E94A50C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5C78AD3-DCAB-EB3E-F89F-57C90D8EBD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FC2F3B6-7EEC-1791-4E70-52ABC93311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2485B31-E532-A354-1481-02642F6BE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96FACBB-DF25-3A13-89FA-D4B28EA89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D7FE31F-4630-7E0F-F0F4-F8D62D4DB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316287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EE4A17-6BC9-21D5-4100-F35DA86A2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902C5A0-B809-047E-E80C-6540A4561C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71B3F56-FA2A-3804-3945-6564EF6555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D7DD76B-B222-8C35-F2D3-3598BE5023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B7AC7C8-7FAB-1DF4-2BDD-DB189D5A7A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E0B53DE-1FD9-CD30-73B4-ED733AADD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7628CF2-3C91-D86A-97A6-71DB9A6B7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B290BF47-41B1-3F57-5D29-7B14A2BFF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14354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0B2DFF-8AB9-3D2A-B86C-B07CE3D8C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5DBD443-EF8B-2872-27C0-A4A53C4DA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22C971A-F9C3-0475-0D02-A53DB33A4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0F71505-B71F-5D1C-A462-A9ED830B5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087421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DDECF7D-5C9A-1F87-43B6-CC8A69D44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C02B959-2254-6745-686F-08D980EAB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A438B17-E594-68E4-1FBD-C36F620AC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59529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A7E49D-0DBB-70A2-BE67-D9CE6C3CC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A3A2C5A-E110-435B-1A98-20A2ED31F2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B725694-CEEB-A23A-95D8-E19D72CBA4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B7120E6-2E5E-858B-C359-158AAFFBF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1671A01-81BF-3C26-01AB-369D4EFC4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BA82E97-1C69-51B3-879C-8B620BEE3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15932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74B903-2C78-65C7-2AE8-10C5391EC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5BEBD0C8-5C0C-1C85-B778-F5BC3ADB20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71D4576-194D-0BED-0EC1-31533D6EE3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CBA171F-808F-D97D-17F9-4C2F4306B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DF2261B-D210-DBFB-1E96-6734DD919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BA1D5CC-89EE-FB70-E5E3-2AB6C7FAD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90419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1C3954-E08D-C0C4-34A4-3B9FB1C96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61C27CB-8597-B94D-6127-97F60CB2AE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75BEC8A-5FFB-60D1-2431-B9EEF685C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CB54D46-FFC7-5C20-9572-D1D683C28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2333834-539C-DA82-D7F0-49058031E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125903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F80F9AD-9429-4C8A-D0A5-AC697D8BA0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16E03D4-5500-A84F-94E1-6881B6D17E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A9E2D71-B8F9-90F9-30EB-9A37D7CAC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45DE177-6D04-D67C-70D7-66FF81A59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81985F8-DDAB-EDD0-AD88-2B10286F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34307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4E38C7D-9C94-A11F-4198-9C0EFADA7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71C6842-A6F1-C6D5-A521-2F55AA14BC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F70EAE8-94DE-9698-372C-A87C57F8E6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0F8A5A3-2011-9F99-5AE3-485EAEEC41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BF4D51C-BFB7-3D36-8F5D-510A333BF1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236365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EAD0EB-48AF-2D94-2566-EBDA8798BE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sz="18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Diapositiva 1: Nombre del proyecto, integrantes, profesor, asignatura y carrera 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9936056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519140-C4B6-4426-7B0B-A9112C97E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18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Diapositiva 2: </a:t>
            </a:r>
            <a:r>
              <a:rPr lang="es-ES" sz="1800" dirty="0">
                <a:solidFill>
                  <a:srgbClr val="000000"/>
                </a:solidFill>
                <a:latin typeface="Calibri" panose="020F0502020204030204" pitchFamily="34" charset="0"/>
              </a:rPr>
              <a:t>Definición del proyecto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6733440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7B8513-76B1-3793-002B-328B06334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18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Diapositiva 3: </a:t>
            </a:r>
            <a:r>
              <a:rPr lang="es-ES" sz="1800" dirty="0">
                <a:solidFill>
                  <a:srgbClr val="000000"/>
                </a:solidFill>
                <a:latin typeface="Calibri" panose="020F0502020204030204" pitchFamily="34" charset="0"/>
              </a:rPr>
              <a:t>Tema de investigación, nociones matemáticas y problemática a abordar</a:t>
            </a:r>
            <a:r>
              <a:rPr lang="es-ES" sz="18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 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527147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511957-82E8-115C-643E-E2F3E1D83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18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Diapositiva 4: Objetivos y preguntas de investigación  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3652396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2B98CB-BD8E-1D3C-036A-D1FE2E56A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18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Diapositiva 5: Temas iniciales involucrados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41772080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2B98CB-BD8E-1D3C-036A-D1FE2E56A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18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Diapositiva 6: Cronograma y materiales </a:t>
            </a:r>
            <a:r>
              <a:rPr lang="es-ES" sz="1800" b="0" i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 utilizar</a:t>
            </a:r>
            <a:endParaRPr lang="es-CL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D263F61-AD2D-2070-D2C7-194E417FF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1577779"/>
            <a:ext cx="10515600" cy="3493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0024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5E65635-1B2E-6ECE-15B8-2D978D4E3BEB}"/>
              </a:ext>
            </a:extLst>
          </p:cNvPr>
          <p:cNvSpPr txBox="1"/>
          <p:nvPr/>
        </p:nvSpPr>
        <p:spPr>
          <a:xfrm>
            <a:off x="805218" y="1524000"/>
            <a:ext cx="97302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Diapositiva</a:t>
            </a:r>
            <a:r>
              <a:rPr lang="es-ES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7:</a:t>
            </a:r>
            <a:r>
              <a:rPr lang="es-ES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Muestra</a:t>
            </a:r>
            <a:r>
              <a:rPr lang="es-ES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</a:t>
            </a:r>
            <a:r>
              <a:rPr lang="es-ES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necesidad</a:t>
            </a:r>
            <a:r>
              <a:rPr lang="es-ES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de</a:t>
            </a:r>
            <a:r>
              <a:rPr lang="es-ES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incorporación</a:t>
            </a:r>
            <a:r>
              <a:rPr lang="es-ES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de</a:t>
            </a:r>
            <a:r>
              <a:rPr lang="es-ES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herramientas</a:t>
            </a:r>
            <a:r>
              <a:rPr lang="es-ES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tecnológicas</a:t>
            </a:r>
            <a:r>
              <a:rPr lang="es-ES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y</a:t>
            </a:r>
            <a:r>
              <a:rPr lang="es-ES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justifican su</a:t>
            </a:r>
            <a:r>
              <a:rPr lang="es-ES" sz="1800" spc="-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elección.</a:t>
            </a:r>
            <a:endParaRPr lang="es-CL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384212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52E6CB4C-836C-BB79-7511-1BBB4C5B4620}"/>
              </a:ext>
            </a:extLst>
          </p:cNvPr>
          <p:cNvSpPr txBox="1"/>
          <p:nvPr/>
        </p:nvSpPr>
        <p:spPr>
          <a:xfrm>
            <a:off x="423081" y="1524000"/>
            <a:ext cx="109605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Diapositivas</a:t>
            </a:r>
            <a:r>
              <a:rPr lang="es-ES" sz="1800" spc="-5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8,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9</a:t>
            </a:r>
            <a:r>
              <a:rPr lang="es-ES" sz="1800" spc="-4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y</a:t>
            </a:r>
            <a:r>
              <a:rPr lang="es-ES" sz="1800" spc="-3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10:</a:t>
            </a:r>
            <a:r>
              <a:rPr lang="es-ES" sz="1800" spc="-4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Resumen</a:t>
            </a:r>
            <a:r>
              <a:rPr lang="es-ES" sz="1800" spc="-3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información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de</a:t>
            </a:r>
            <a:r>
              <a:rPr lang="es-ES" sz="1800" spc="-5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diversas</a:t>
            </a:r>
            <a:r>
              <a:rPr lang="es-ES" sz="1800" spc="-3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fuentes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que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permiten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responder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las</a:t>
            </a:r>
            <a:r>
              <a:rPr lang="es-ES" sz="1800" spc="-26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preguntas, integrando los conceptos matemáticos involucrados de </a:t>
            </a:r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</a:rPr>
              <a:t>todas las unidades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u otras</a:t>
            </a:r>
            <a:r>
              <a:rPr lang="es-ES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nociones.</a:t>
            </a:r>
            <a:endParaRPr lang="es-CL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28982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20382CF0-AE6B-20C3-4FB0-0E1632E85769}"/>
              </a:ext>
            </a:extLst>
          </p:cNvPr>
          <p:cNvSpPr txBox="1"/>
          <p:nvPr/>
        </p:nvSpPr>
        <p:spPr>
          <a:xfrm>
            <a:off x="662609" y="1470991"/>
            <a:ext cx="101267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Diapositivas</a:t>
            </a:r>
            <a:r>
              <a:rPr lang="es-ES" sz="1800" spc="-5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8,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9</a:t>
            </a:r>
            <a:r>
              <a:rPr lang="es-ES" sz="1800" spc="-4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y</a:t>
            </a:r>
            <a:r>
              <a:rPr lang="es-ES" sz="1800" spc="-3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10:</a:t>
            </a:r>
            <a:r>
              <a:rPr lang="es-ES" sz="1800" spc="-4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Resumen</a:t>
            </a:r>
            <a:r>
              <a:rPr lang="es-ES" sz="1800" spc="-3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información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de</a:t>
            </a:r>
            <a:r>
              <a:rPr lang="es-ES" sz="1800" spc="-5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diversas</a:t>
            </a:r>
            <a:r>
              <a:rPr lang="es-ES" sz="1800" spc="-3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fuentes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que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permiten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responder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las</a:t>
            </a:r>
            <a:r>
              <a:rPr lang="es-ES" sz="1800" spc="-26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preguntas, integrando los conceptos matemáticos involucrados </a:t>
            </a:r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</a:rPr>
              <a:t>todas las unidades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u otras</a:t>
            </a:r>
            <a:r>
              <a:rPr lang="es-ES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nociones.</a:t>
            </a:r>
            <a:endParaRPr lang="es-CL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8075086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DF89448-F5E9-FC23-B52E-86C5CEDF6F15}"/>
              </a:ext>
            </a:extLst>
          </p:cNvPr>
          <p:cNvSpPr txBox="1"/>
          <p:nvPr/>
        </p:nvSpPr>
        <p:spPr>
          <a:xfrm>
            <a:off x="655093" y="1470991"/>
            <a:ext cx="96306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Diapositivas</a:t>
            </a:r>
            <a:r>
              <a:rPr lang="es-ES" sz="1800" spc="-5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8,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9</a:t>
            </a:r>
            <a:r>
              <a:rPr lang="es-ES" sz="1800" spc="-4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y</a:t>
            </a:r>
            <a:r>
              <a:rPr lang="es-ES" sz="1800" spc="-3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10:</a:t>
            </a:r>
            <a:r>
              <a:rPr lang="es-ES" sz="1800" spc="-4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Resumen</a:t>
            </a:r>
            <a:r>
              <a:rPr lang="es-ES" sz="1800" spc="-3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información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de</a:t>
            </a:r>
            <a:r>
              <a:rPr lang="es-ES" sz="1800" spc="-5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diversas</a:t>
            </a:r>
            <a:r>
              <a:rPr lang="es-ES" sz="1800" spc="-3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fuentes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que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permiten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responder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las</a:t>
            </a:r>
            <a:r>
              <a:rPr lang="es-ES" sz="1800" spc="-26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preguntas, integrando los conceptos matemáticos involucrados de la cuarta unidad u otras</a:t>
            </a:r>
            <a:r>
              <a:rPr lang="es-ES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nociones.</a:t>
            </a:r>
            <a:endParaRPr lang="es-CL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6372972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0915B06-FF25-3836-F5A2-6DD67FB17FE1}"/>
              </a:ext>
            </a:extLst>
          </p:cNvPr>
          <p:cNvSpPr txBox="1"/>
          <p:nvPr/>
        </p:nvSpPr>
        <p:spPr>
          <a:xfrm>
            <a:off x="1258957" y="1431235"/>
            <a:ext cx="5327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Diapositiva 11: </a:t>
            </a:r>
            <a:r>
              <a:rPr lang="es-CL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Desarrollo, revisión</a:t>
            </a:r>
            <a:r>
              <a:rPr lang="es-CL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CL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</a:t>
            </a:r>
            <a:r>
              <a:rPr lang="es-CL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CL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ideas</a:t>
            </a:r>
            <a:r>
              <a:rPr lang="es-CL" sz="1800" spc="-5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CL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</a:t>
            </a:r>
            <a:r>
              <a:rPr lang="es-CL" sz="1800" spc="-1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CL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producto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7091542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0915B06-FF25-3836-F5A2-6DD67FB17FE1}"/>
              </a:ext>
            </a:extLst>
          </p:cNvPr>
          <p:cNvSpPr txBox="1"/>
          <p:nvPr/>
        </p:nvSpPr>
        <p:spPr>
          <a:xfrm>
            <a:off x="1258957" y="1431235"/>
            <a:ext cx="5327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R="31115"/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Diapositiva 12: Presentación de producto o prototipo</a:t>
            </a:r>
            <a:r>
              <a:rPr lang="es-ES" sz="1800" spc="-26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endParaRPr lang="es-CL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24463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0915B06-FF25-3836-F5A2-6DD67FB17FE1}"/>
              </a:ext>
            </a:extLst>
          </p:cNvPr>
          <p:cNvSpPr txBox="1"/>
          <p:nvPr/>
        </p:nvSpPr>
        <p:spPr>
          <a:xfrm>
            <a:off x="1258957" y="1431235"/>
            <a:ext cx="4084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R="31115"/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Diapositiva</a:t>
            </a:r>
            <a:r>
              <a:rPr lang="es-ES" sz="1800" spc="-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13: Resultados</a:t>
            </a:r>
            <a:r>
              <a:rPr lang="es-ES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y</a:t>
            </a:r>
            <a:r>
              <a:rPr lang="es-ES" sz="1800" spc="-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conclusiones</a:t>
            </a:r>
            <a:endParaRPr lang="es-CL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75385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0915B06-FF25-3836-F5A2-6DD67FB17FE1}"/>
              </a:ext>
            </a:extLst>
          </p:cNvPr>
          <p:cNvSpPr txBox="1"/>
          <p:nvPr/>
        </p:nvSpPr>
        <p:spPr>
          <a:xfrm>
            <a:off x="1258957" y="1431235"/>
            <a:ext cx="5089407" cy="2975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R="31115">
              <a:lnSpc>
                <a:spcPts val="1465"/>
              </a:lnSpc>
            </a:pP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Diapositiva</a:t>
            </a:r>
            <a:r>
              <a:rPr lang="es-ES" sz="1800" spc="-1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14:</a:t>
            </a:r>
            <a:r>
              <a:rPr lang="es-ES" sz="1800" spc="-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Bibliografía</a:t>
            </a:r>
            <a:r>
              <a:rPr lang="es-ES" sz="1800" spc="-1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y</a:t>
            </a:r>
            <a:r>
              <a:rPr lang="es-ES" sz="1800" spc="-1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fuentes</a:t>
            </a:r>
            <a:r>
              <a:rPr lang="es-ES" sz="1800" spc="-1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de</a:t>
            </a:r>
            <a:r>
              <a:rPr lang="es-ES" sz="1800" spc="-1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información</a:t>
            </a:r>
            <a:endParaRPr lang="es-CL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793404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A2A84260D04624A8B717A5811981AC4" ma:contentTypeVersion="16" ma:contentTypeDescription="Create a new document." ma:contentTypeScope="" ma:versionID="78ec2117f7e2a26e85b2e503ca3368cf">
  <xsd:schema xmlns:xsd="http://www.w3.org/2001/XMLSchema" xmlns:xs="http://www.w3.org/2001/XMLSchema" xmlns:p="http://schemas.microsoft.com/office/2006/metadata/properties" xmlns:ns3="044690ba-3bcd-4bf0-9bed-6c935b699a1b" xmlns:ns4="e18e1d99-ad59-48f1-b4b7-e09c670c4281" targetNamespace="http://schemas.microsoft.com/office/2006/metadata/properties" ma:root="true" ma:fieldsID="bd91240d1f551a398bc54852b2baaade" ns3:_="" ns4:_="">
    <xsd:import namespace="044690ba-3bcd-4bf0-9bed-6c935b699a1b"/>
    <xsd:import namespace="e18e1d99-ad59-48f1-b4b7-e09c670c4281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LengthInSeconds" minOccurs="0"/>
                <xsd:element ref="ns4:MediaServiceAutoTags" minOccurs="0"/>
                <xsd:element ref="ns4:MediaServiceAutoKeyPoints" minOccurs="0"/>
                <xsd:element ref="ns4:MediaServiceKeyPoints" minOccurs="0"/>
                <xsd:element ref="ns4:MediaServiceLocation" minOccurs="0"/>
                <xsd:element ref="ns4:MediaServiceGenerationTime" minOccurs="0"/>
                <xsd:element ref="ns4:MediaServiceEventHashCode" minOccurs="0"/>
                <xsd:element ref="ns4:_activity" minOccurs="0"/>
                <xsd:element ref="ns4:MediaServiceOCR" minOccurs="0"/>
                <xsd:element ref="ns4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44690ba-3bcd-4bf0-9bed-6c935b699a1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8e1d99-ad59-48f1-b4b7-e09c670c428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4" nillable="true" ma:displayName="Length (seconds)" ma:internalName="MediaLengthInSeconds" ma:readOnly="true">
      <xsd:simpleType>
        <xsd:restriction base="dms:Unknown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18e1d99-ad59-48f1-b4b7-e09c670c4281" xsi:nil="true"/>
  </documentManagement>
</p:properties>
</file>

<file path=customXml/itemProps1.xml><?xml version="1.0" encoding="utf-8"?>
<ds:datastoreItem xmlns:ds="http://schemas.openxmlformats.org/officeDocument/2006/customXml" ds:itemID="{CAA8A3B3-4AE0-4A4B-B7C7-6305818128C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44690ba-3bcd-4bf0-9bed-6c935b699a1b"/>
    <ds:schemaRef ds:uri="e18e1d99-ad59-48f1-b4b7-e09c670c428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CD2E0C6-02D9-4725-AA2D-08585DAEFE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E3AC9BC-3A48-41FB-89C8-97DFFCFF99CC}">
  <ds:schemaRefs>
    <ds:schemaRef ds:uri="http://www.w3.org/XML/1998/namespace"/>
    <ds:schemaRef ds:uri="e18e1d99-ad59-48f1-b4b7-e09c670c4281"/>
    <ds:schemaRef ds:uri="http://schemas.microsoft.com/office/2006/documentManagement/types"/>
    <ds:schemaRef ds:uri="http://purl.org/dc/dcmitype/"/>
    <ds:schemaRef ds:uri="http://purl.org/dc/elements/1.1/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044690ba-3bcd-4bf0-9bed-6c935b699a1b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195</Words>
  <Application>Microsoft Office PowerPoint</Application>
  <PresentationFormat>Panorámica</PresentationFormat>
  <Paragraphs>14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Tema de Office</vt:lpstr>
      <vt:lpstr>Diapositiva 1: Nombre del proyecto, integrantes, profesor, asignatura y carrera </vt:lpstr>
      <vt:lpstr>Diapositiva 2: Definición del proyecto</vt:lpstr>
      <vt:lpstr>Diapositiva 3: Tema de investigación, nociones matemáticas y problemática a abordar </vt:lpstr>
      <vt:lpstr>Diapositiva 4: Objetivos y preguntas de investigación  </vt:lpstr>
      <vt:lpstr>Diapositiva 5: Temas iniciales involucrados</vt:lpstr>
      <vt:lpstr>Diapositiva 6: Cronograma y materiales a utilizar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1: Nombre del proyecto, integrantes, profesor, asignatura y carrera</dc:title>
  <dc:creator>Carlos Castro Maldonado</dc:creator>
  <cp:lastModifiedBy>CARLOS ENRIQUE CASTRO MALDONADO</cp:lastModifiedBy>
  <cp:revision>13</cp:revision>
  <dcterms:created xsi:type="dcterms:W3CDTF">2023-08-31T16:26:40Z</dcterms:created>
  <dcterms:modified xsi:type="dcterms:W3CDTF">2023-12-06T14:39:38Z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0x0101003A2A84260D04624A8B717A5811981AC4</vt:lpwstr>
  </property>
</Properties>
</file>